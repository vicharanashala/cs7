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alibri"/>
              </a:rPr>
              <a:t>Student —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1"/>
                </a:solidFill>
                <a:latin typeface="Calibri"/>
              </a:rPr>
              <a:t>Samagama Portal  ·  Student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18304" y="1005840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Student logs 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32704" y="1444752"/>
            <a:ext cx="0" cy="2011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718304" y="164592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Dashboard /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5673" y="2154122"/>
            <a:ext cx="9791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chooses action ▾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311563" y="2463571"/>
            <a:ext cx="7589520" cy="12700"/>
          </a:xfrm>
          <a:prstGeom prst="curvedConnector3">
            <a:avLst>
              <a:gd name="adj1" fmla="val 50000"/>
            </a:avLst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2311563" y="2787446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97163" y="288803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Browse FAQ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3163" y="288803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Community Q&amp;A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6883563" y="2787446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69163" y="288803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rgbClr val="0C447C"/>
                </a:solidFill>
                <a:latin typeface="Calibri"/>
              </a:rPr>
              <a:t>Ask a question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01083" y="2787446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986683" y="288803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AI chatbot</a:t>
            </a:r>
          </a:p>
        </p:txBody>
      </p:sp>
      <p:cxnSp>
        <p:nvCxnSpPr>
          <p:cNvPr id="17" name="Connector 16"/>
          <p:cNvCxnSpPr>
            <a:cxnSpLocks/>
            <a:endCxn id="18" idx="0"/>
          </p:cNvCxnSpPr>
          <p:nvPr/>
        </p:nvCxnSpPr>
        <p:spPr>
          <a:xfrm rot="5400000">
            <a:off x="2109519" y="3535336"/>
            <a:ext cx="410440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97163" y="3743731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View answers</a:t>
            </a:r>
          </a:p>
        </p:txBody>
      </p:sp>
      <p:cxnSp>
        <p:nvCxnSpPr>
          <p:cNvPr id="19" name="Connector 18"/>
          <p:cNvCxnSpPr>
            <a:cxnSpLocks/>
            <a:endCxn id="20" idx="0"/>
          </p:cNvCxnSpPr>
          <p:nvPr/>
        </p:nvCxnSpPr>
        <p:spPr>
          <a:xfrm rot="5400000">
            <a:off x="4395519" y="3535336"/>
            <a:ext cx="410440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83163" y="3743731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Post / answer</a:t>
            </a:r>
          </a:p>
        </p:txBody>
      </p:sp>
      <p:cxnSp>
        <p:nvCxnSpPr>
          <p:cNvPr id="21" name="Connector 20"/>
          <p:cNvCxnSpPr>
            <a:cxnSpLocks/>
            <a:endCxn id="22" idx="0"/>
          </p:cNvCxnSpPr>
          <p:nvPr/>
        </p:nvCxnSpPr>
        <p:spPr>
          <a:xfrm rot="5400000">
            <a:off x="6681519" y="3535336"/>
            <a:ext cx="410440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969163" y="3743731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Similarity check</a:t>
            </a:r>
          </a:p>
        </p:txBody>
      </p:sp>
      <p:cxnSp>
        <p:nvCxnSpPr>
          <p:cNvPr id="23" name="Connector 22"/>
          <p:cNvCxnSpPr>
            <a:cxnSpLocks/>
            <a:endCxn id="24" idx="0"/>
          </p:cNvCxnSpPr>
          <p:nvPr/>
        </p:nvCxnSpPr>
        <p:spPr>
          <a:xfrm rot="5400000">
            <a:off x="9699039" y="3535336"/>
            <a:ext cx="410440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86683" y="3743731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Get response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rot="16200000" flipH="1">
            <a:off x="6708432" y="4357774"/>
            <a:ext cx="356615" cy="6352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12063" y="4189500"/>
            <a:ext cx="731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match found?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832003" y="4539258"/>
            <a:ext cx="105156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83563" y="4539258"/>
            <a:ext cx="118872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32003" y="4539258"/>
            <a:ext cx="0" cy="100585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72283" y="4539258"/>
            <a:ext cx="0" cy="100585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917603" y="4374667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085041"/>
                </a:solidFill>
                <a:latin typeface="Calibri"/>
              </a:rP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3642" y="4374667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91F1F"/>
                </a:solidFill>
                <a:latin typeface="Calibri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7603" y="4639843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085041"/>
                </a:solidFill>
                <a:latin typeface="Calibri"/>
              </a:rPr>
              <a:t>Show suggestion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7883" y="4639843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085041"/>
                </a:solidFill>
                <a:latin typeface="Calibri"/>
              </a:rPr>
              <a:t>Submit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9042" y="5106187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44441"/>
                </a:solidFill>
                <a:latin typeface="Calibri"/>
              </a:rPr>
              <a:t>accept/skip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32003" y="5078755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72283" y="5078755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832003" y="5179339"/>
            <a:ext cx="224028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endCxn id="40" idx="0"/>
          </p:cNvCxnSpPr>
          <p:nvPr/>
        </p:nvCxnSpPr>
        <p:spPr>
          <a:xfrm rot="5400000">
            <a:off x="6748625" y="5320627"/>
            <a:ext cx="276228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694843" y="5461916"/>
            <a:ext cx="2377440" cy="438912"/>
          </a:xfrm>
          <a:prstGeom prst="roundRect">
            <a:avLst>
              <a:gd name="adj" fmla="val 1800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085041"/>
                </a:solidFill>
                <a:latin typeface="Calibri"/>
              </a:rPr>
              <a:t>Awaits moderation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61002" y="4959883"/>
            <a:ext cx="2743200" cy="438912"/>
          </a:xfrm>
          <a:prstGeom prst="roundRect">
            <a:avLst>
              <a:gd name="adj" fmla="val 18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 dirty="0">
                <a:solidFill>
                  <a:srgbClr val="0C447C"/>
                </a:solidFill>
                <a:latin typeface="Calibri"/>
              </a:rPr>
              <a:t>Like / dislike chatbot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00667" y="5582364"/>
            <a:ext cx="2743200" cy="438912"/>
          </a:xfrm>
          <a:prstGeom prst="roundRect">
            <a:avLst>
              <a:gd name="adj" fmla="val 18000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 dirty="0">
                <a:solidFill>
                  <a:srgbClr val="0C447C"/>
                </a:solidFill>
                <a:latin typeface="Calibri"/>
              </a:rPr>
              <a:t>View leaderboard &amp; SP points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E4859424-FA26-1524-4442-2B7103306ED8}"/>
              </a:ext>
            </a:extLst>
          </p:cNvPr>
          <p:cNvCxnSpPr>
            <a:stCxn id="20" idx="2"/>
            <a:endCxn id="42" idx="0"/>
          </p:cNvCxnSpPr>
          <p:nvPr/>
        </p:nvCxnSpPr>
        <p:spPr>
          <a:xfrm rot="5400000">
            <a:off x="3285055" y="4269855"/>
            <a:ext cx="1399721" cy="1225296"/>
          </a:xfrm>
          <a:prstGeom prst="curved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0351D246-C1C4-0449-62A0-B2E4FA61D16E}"/>
              </a:ext>
            </a:extLst>
          </p:cNvPr>
          <p:cNvCxnSpPr>
            <a:stCxn id="24" idx="2"/>
            <a:endCxn id="41" idx="0"/>
          </p:cNvCxnSpPr>
          <p:nvPr/>
        </p:nvCxnSpPr>
        <p:spPr>
          <a:xfrm rot="16200000" flipH="1">
            <a:off x="9878222" y="4205503"/>
            <a:ext cx="777240" cy="731519"/>
          </a:xfrm>
          <a:prstGeom prst="curved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4F5BF64-8EB8-5679-0A62-E0E79FDBE352}"/>
              </a:ext>
            </a:extLst>
          </p:cNvPr>
          <p:cNvCxnSpPr>
            <a:cxnSpLocks/>
          </p:cNvCxnSpPr>
          <p:nvPr/>
        </p:nvCxnSpPr>
        <p:spPr>
          <a:xfrm>
            <a:off x="5645485" y="2084832"/>
            <a:ext cx="0" cy="407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CF842E0-2A4C-7239-CBCF-67185A3E1B7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597563" y="2459736"/>
            <a:ext cx="0" cy="42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3FE0FB3-959C-2BC4-56CE-17E64459DB38}"/>
              </a:ext>
            </a:extLst>
          </p:cNvPr>
          <p:cNvCxnSpPr>
            <a:cxnSpLocks/>
          </p:cNvCxnSpPr>
          <p:nvPr/>
        </p:nvCxnSpPr>
        <p:spPr>
          <a:xfrm>
            <a:off x="6886266" y="2459736"/>
            <a:ext cx="0" cy="42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449E7D9-9345-1DDF-3496-56ECC109DBEE}"/>
              </a:ext>
            </a:extLst>
          </p:cNvPr>
          <p:cNvCxnSpPr>
            <a:cxnSpLocks/>
          </p:cNvCxnSpPr>
          <p:nvPr/>
        </p:nvCxnSpPr>
        <p:spPr>
          <a:xfrm>
            <a:off x="9907435" y="2459736"/>
            <a:ext cx="0" cy="42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6532C6A-D1CD-47DA-4844-519434A54D8D}"/>
              </a:ext>
            </a:extLst>
          </p:cNvPr>
          <p:cNvCxnSpPr>
            <a:endCxn id="10" idx="0"/>
          </p:cNvCxnSpPr>
          <p:nvPr/>
        </p:nvCxnSpPr>
        <p:spPr>
          <a:xfrm flipH="1">
            <a:off x="2311563" y="2463571"/>
            <a:ext cx="6352" cy="424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alibri"/>
              </a:rPr>
              <a:t>Moderator —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1"/>
                </a:solidFill>
                <a:latin typeface="Calibri"/>
              </a:rPr>
              <a:t>Samagama Portal  ·  Moderator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75504" y="1005840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chemeClr val="accent4">
                    <a:lumMod val="50000"/>
                  </a:schemeClr>
                </a:solidFill>
                <a:latin typeface="Calibri"/>
              </a:rPr>
              <a:t>Moderator logs 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444752"/>
            <a:ext cx="0" cy="2011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175504" y="1645920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chemeClr val="accent4">
                    <a:lumMod val="50000"/>
                  </a:schemeClr>
                </a:solidFill>
                <a:latin typeface="Calibri"/>
              </a:rPr>
              <a:t>Moderator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1344" y="2094966"/>
            <a:ext cx="8341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chooses task ▾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3600966" y="2320544"/>
            <a:ext cx="5177274" cy="1270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00966" y="2432304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2432304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03686" y="2532888"/>
            <a:ext cx="2194560" cy="438912"/>
          </a:xfrm>
          <a:prstGeom prst="roundRect">
            <a:avLst>
              <a:gd name="adj" fmla="val 18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chemeClr val="accent4">
                    <a:lumMod val="50000"/>
                  </a:schemeClr>
                </a:solidFill>
                <a:latin typeface="Calibri"/>
              </a:rPr>
              <a:t>FAQ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532888"/>
            <a:ext cx="2194560" cy="438912"/>
          </a:xfrm>
          <a:prstGeom prst="roundRect">
            <a:avLst>
              <a:gd name="adj" fmla="val 18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chemeClr val="accent4">
                    <a:lumMod val="50000"/>
                  </a:schemeClr>
                </a:solidFill>
                <a:latin typeface="Calibri"/>
              </a:rPr>
              <a:t>Community Q&amp;A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2244" y="3072384"/>
            <a:ext cx="8812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action on FAQ 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01933" y="3348532"/>
            <a:ext cx="2798064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01933" y="3348532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84713" y="3429000"/>
            <a:ext cx="123444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Edit answer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00966" y="3348532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83745" y="3429000"/>
            <a:ext cx="123444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Handle flagged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99997" y="3348532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382777" y="3429000"/>
            <a:ext cx="123444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View stats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01933" y="4124249"/>
            <a:ext cx="2798064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29365" y="4367810"/>
            <a:ext cx="2743200" cy="438912"/>
          </a:xfrm>
          <a:prstGeom prst="roundRect">
            <a:avLst>
              <a:gd name="adj" fmla="val 1800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85041"/>
                </a:solidFill>
                <a:latin typeface="Calibri"/>
              </a:rPr>
              <a:t>FAQ DB updated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1026" y="2929738"/>
            <a:ext cx="577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review question ▾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26680" y="3328415"/>
            <a:ext cx="182880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26680" y="3328415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55480" y="3328415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95160" y="3145535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27500A"/>
                </a:solidFill>
                <a:latin typeface="Calibri"/>
              </a:rPr>
              <a:t>approve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145535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91F1F"/>
                </a:solidFill>
                <a:latin typeface="Calibri"/>
              </a:rPr>
              <a:t>reject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3408883"/>
            <a:ext cx="1645920" cy="438912"/>
          </a:xfrm>
          <a:prstGeom prst="roundRect">
            <a:avLst>
              <a:gd name="adj" fmla="val 18000"/>
            </a:avLst>
          </a:prstGeom>
          <a:solidFill>
            <a:srgbClr val="EAF3DE"/>
          </a:solidFill>
          <a:ln w="1270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27500A"/>
                </a:solidFill>
                <a:latin typeface="Calibri"/>
              </a:rPr>
              <a:t>Publish to feed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3408883"/>
            <a:ext cx="1645920" cy="438912"/>
          </a:xfrm>
          <a:prstGeom prst="roundRect">
            <a:avLst>
              <a:gd name="adj" fmla="val 18000"/>
            </a:avLst>
          </a:prstGeom>
          <a:solidFill>
            <a:srgbClr val="FCEBEB"/>
          </a:solidFill>
          <a:ln w="12700">
            <a:solidFill>
              <a:srgbClr val="A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791F1F"/>
                </a:solidFill>
                <a:latin typeface="Calibri"/>
              </a:rPr>
              <a:t>Reject &amp; notify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26680" y="38477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55480" y="38477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26680" y="3928262"/>
            <a:ext cx="182880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0" y="3928262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589520" y="4008729"/>
            <a:ext cx="2377440" cy="438912"/>
          </a:xfrm>
          <a:prstGeom prst="roundRect">
            <a:avLst>
              <a:gd name="adj" fmla="val 18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Student notified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FFEE84-FBA5-B86B-E5EE-B544D267F9A4}"/>
              </a:ext>
            </a:extLst>
          </p:cNvPr>
          <p:cNvCxnSpPr>
            <a:stCxn id="6" idx="2"/>
          </p:cNvCxnSpPr>
          <p:nvPr/>
        </p:nvCxnSpPr>
        <p:spPr>
          <a:xfrm>
            <a:off x="6089904" y="2084832"/>
            <a:ext cx="0" cy="23571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1F633F9-A7F8-3A24-9677-B0146BA0B4B2}"/>
              </a:ext>
            </a:extLst>
          </p:cNvPr>
          <p:cNvCxnSpPr/>
          <p:nvPr/>
        </p:nvCxnSpPr>
        <p:spPr>
          <a:xfrm>
            <a:off x="3600966" y="2320544"/>
            <a:ext cx="0" cy="23571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DF2D710-64B0-DD62-9A10-7E109390128C}"/>
              </a:ext>
            </a:extLst>
          </p:cNvPr>
          <p:cNvCxnSpPr/>
          <p:nvPr/>
        </p:nvCxnSpPr>
        <p:spPr>
          <a:xfrm>
            <a:off x="8778240" y="2310410"/>
            <a:ext cx="0" cy="23571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13C50D-4BB3-C051-5856-43CDDE76B6D1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778240" y="2971800"/>
            <a:ext cx="12192" cy="37490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B212EE3-C103-DC40-C137-4DD9ED6098E2}"/>
              </a:ext>
            </a:extLst>
          </p:cNvPr>
          <p:cNvCxnSpPr>
            <a:cxnSpLocks/>
          </p:cNvCxnSpPr>
          <p:nvPr/>
        </p:nvCxnSpPr>
        <p:spPr>
          <a:xfrm>
            <a:off x="3588774" y="2962655"/>
            <a:ext cx="12192" cy="37490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DDF02D-2298-43A6-8A98-8C469ECAF840}"/>
              </a:ext>
            </a:extLst>
          </p:cNvPr>
          <p:cNvCxnSpPr>
            <a:stCxn id="21" idx="2"/>
          </p:cNvCxnSpPr>
          <p:nvPr/>
        </p:nvCxnSpPr>
        <p:spPr>
          <a:xfrm>
            <a:off x="4999997" y="3867912"/>
            <a:ext cx="0" cy="256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EC7E9CA-0CE5-2389-F151-9BCDC207E349}"/>
              </a:ext>
            </a:extLst>
          </p:cNvPr>
          <p:cNvCxnSpPr/>
          <p:nvPr/>
        </p:nvCxnSpPr>
        <p:spPr>
          <a:xfrm>
            <a:off x="2201933" y="3867912"/>
            <a:ext cx="0" cy="256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653AE9C-875B-367A-094C-F99E5B07BB9F}"/>
              </a:ext>
            </a:extLst>
          </p:cNvPr>
          <p:cNvCxnSpPr>
            <a:stCxn id="19" idx="2"/>
            <a:endCxn id="24" idx="0"/>
          </p:cNvCxnSpPr>
          <p:nvPr/>
        </p:nvCxnSpPr>
        <p:spPr>
          <a:xfrm>
            <a:off x="3600965" y="3867912"/>
            <a:ext cx="0" cy="499898"/>
          </a:xfrm>
          <a:prstGeom prst="straightConnector1">
            <a:avLst/>
          </a:prstGeom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alibri"/>
              </a:rPr>
              <a:t>Admin —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1"/>
                </a:solidFill>
                <a:latin typeface="Calibri"/>
              </a:rPr>
              <a:t>Samagama Portal  ·  Admin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75504" y="100584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C3489"/>
                </a:solidFill>
                <a:latin typeface="Calibri"/>
              </a:rPr>
              <a:t>Admin logs 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444752"/>
            <a:ext cx="0" cy="2011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992624" y="1645920"/>
            <a:ext cx="219456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C3489"/>
                </a:solidFill>
                <a:latin typeface="Calibri"/>
              </a:rPr>
              <a:t>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39696"/>
            <a:ext cx="29984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chooses module 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12264" y="2515895"/>
            <a:ext cx="795528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06424" y="2824962"/>
            <a:ext cx="20116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3C3489"/>
                </a:solidFill>
                <a:latin typeface="Calibri"/>
              </a:rPr>
              <a:t>User management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64024" y="27444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58184" y="2824962"/>
            <a:ext cx="20116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3C3489"/>
                </a:solidFill>
                <a:latin typeface="Calibri"/>
              </a:rPr>
              <a:t>Analytics dashboard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15783" y="27444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9944" y="2824962"/>
            <a:ext cx="20116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3C3489"/>
                </a:solidFill>
                <a:latin typeface="Calibri"/>
              </a:rPr>
              <a:t>Full FAQ control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67544" y="27444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061704" y="2824962"/>
            <a:ext cx="20116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3C3489"/>
                </a:solidFill>
                <a:latin typeface="Calibri"/>
              </a:rPr>
              <a:t>System config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25980" y="3476778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20140" y="3557245"/>
            <a:ext cx="2011680" cy="526694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Add / remove users</a:t>
            </a:r>
          </a:p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Assign T-Mod role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7740" y="3476778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71900" y="3557245"/>
            <a:ext cx="2011680" cy="526694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View analytics</a:t>
            </a:r>
          </a:p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Export report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29499" y="3476778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23660" y="3557245"/>
            <a:ext cx="2011680" cy="526694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Override mod actions</a:t>
            </a:r>
          </a:p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Approve / revert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81260" y="3476778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075420" y="3557245"/>
            <a:ext cx="2011680" cy="526694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Set thresholds</a:t>
            </a:r>
          </a:p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View history logs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>
            <a:off x="2125980" y="4382643"/>
            <a:ext cx="8061960" cy="1270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764024" y="4791684"/>
            <a:ext cx="29260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rgbClr val="3C3489"/>
                </a:solidFill>
                <a:latin typeface="Calibri"/>
              </a:rPr>
              <a:t>Changes applied — portal updated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13AEE9-0DA2-E490-78E5-97CC155B6BB2}"/>
              </a:ext>
            </a:extLst>
          </p:cNvPr>
          <p:cNvCxnSpPr>
            <a:endCxn id="10" idx="0"/>
          </p:cNvCxnSpPr>
          <p:nvPr/>
        </p:nvCxnSpPr>
        <p:spPr>
          <a:xfrm>
            <a:off x="2112264" y="2515895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57EF37-1129-687B-9C6E-4BD30D42608C}"/>
              </a:ext>
            </a:extLst>
          </p:cNvPr>
          <p:cNvCxnSpPr/>
          <p:nvPr/>
        </p:nvCxnSpPr>
        <p:spPr>
          <a:xfrm>
            <a:off x="4780788" y="2515895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844BB6-E112-1CD9-B610-C2257A15E92D}"/>
              </a:ext>
            </a:extLst>
          </p:cNvPr>
          <p:cNvCxnSpPr/>
          <p:nvPr/>
        </p:nvCxnSpPr>
        <p:spPr>
          <a:xfrm>
            <a:off x="7415783" y="2515895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4C6B81-8120-DB1F-1A70-564AEEA792F4}"/>
              </a:ext>
            </a:extLst>
          </p:cNvPr>
          <p:cNvCxnSpPr/>
          <p:nvPr/>
        </p:nvCxnSpPr>
        <p:spPr>
          <a:xfrm>
            <a:off x="10067544" y="2532430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E3BB9C-E89B-82A2-5C00-27677100AE3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89904" y="2084832"/>
            <a:ext cx="13716" cy="43106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4874A35-435C-992D-EB9D-36E4CFE6E13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089904" y="1444752"/>
            <a:ext cx="0" cy="20116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66D06A-594B-A3B6-8184-AFEE2C64C3DF}"/>
              </a:ext>
            </a:extLst>
          </p:cNvPr>
          <p:cNvCxnSpPr/>
          <p:nvPr/>
        </p:nvCxnSpPr>
        <p:spPr>
          <a:xfrm>
            <a:off x="2125980" y="3248178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88FDF8-7A86-DC75-5A86-3FB488861FE6}"/>
              </a:ext>
            </a:extLst>
          </p:cNvPr>
          <p:cNvCxnSpPr/>
          <p:nvPr/>
        </p:nvCxnSpPr>
        <p:spPr>
          <a:xfrm>
            <a:off x="4780788" y="3248178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9EDF4E-41F9-FD08-F04E-1FBD1292217D}"/>
              </a:ext>
            </a:extLst>
          </p:cNvPr>
          <p:cNvCxnSpPr/>
          <p:nvPr/>
        </p:nvCxnSpPr>
        <p:spPr>
          <a:xfrm>
            <a:off x="7429499" y="3274466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37CBC23-8260-DEE3-C3E0-D6C1D3BDE6B0}"/>
              </a:ext>
            </a:extLst>
          </p:cNvPr>
          <p:cNvCxnSpPr/>
          <p:nvPr/>
        </p:nvCxnSpPr>
        <p:spPr>
          <a:xfrm>
            <a:off x="10082784" y="3274466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5B773F7-8D75-B614-B33F-62FDB17F2C87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227064" y="4382643"/>
            <a:ext cx="0" cy="40904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981ED8B-929D-6A9F-5A62-C62E292E9A3B}"/>
              </a:ext>
            </a:extLst>
          </p:cNvPr>
          <p:cNvCxnSpPr>
            <a:stCxn id="18" idx="2"/>
          </p:cNvCxnSpPr>
          <p:nvPr/>
        </p:nvCxnSpPr>
        <p:spPr>
          <a:xfrm>
            <a:off x="2125980" y="4083939"/>
            <a:ext cx="0" cy="2987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20821EA-5B55-B498-1EFA-A78FDB5DE0F0}"/>
              </a:ext>
            </a:extLst>
          </p:cNvPr>
          <p:cNvCxnSpPr/>
          <p:nvPr/>
        </p:nvCxnSpPr>
        <p:spPr>
          <a:xfrm>
            <a:off x="4832604" y="4083939"/>
            <a:ext cx="0" cy="2987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847AE2-F56C-7E3D-1D3D-565673ED63C1}"/>
              </a:ext>
            </a:extLst>
          </p:cNvPr>
          <p:cNvCxnSpPr/>
          <p:nvPr/>
        </p:nvCxnSpPr>
        <p:spPr>
          <a:xfrm>
            <a:off x="7490460" y="4083939"/>
            <a:ext cx="0" cy="2987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02C5F5-0DDF-6D84-73EB-49A9137FF870}"/>
              </a:ext>
            </a:extLst>
          </p:cNvPr>
          <p:cNvCxnSpPr/>
          <p:nvPr/>
        </p:nvCxnSpPr>
        <p:spPr>
          <a:xfrm>
            <a:off x="10187940" y="4083939"/>
            <a:ext cx="0" cy="2987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168</Words>
  <Application>Microsoft Office PowerPoint</Application>
  <PresentationFormat>Custom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Jahnvi Paliwal</cp:lastModifiedBy>
  <cp:revision>3</cp:revision>
  <dcterms:created xsi:type="dcterms:W3CDTF">2013-01-27T09:14:16Z</dcterms:created>
  <dcterms:modified xsi:type="dcterms:W3CDTF">2026-06-06T13:18:38Z</dcterms:modified>
  <cp:category/>
</cp:coreProperties>
</file>